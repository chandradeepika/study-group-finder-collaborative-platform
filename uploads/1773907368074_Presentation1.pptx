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FC4B-CF43-027F-469C-9FD02AF18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FDC18-9531-4D80-8D32-CCB766781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11B5-9259-E5DE-6BC7-73110E85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F3206-3318-2AC9-771C-AD931EDE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AD876-F716-E0B5-7759-E1E1577A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9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9527-61F5-EFEC-1984-D5B4DE0C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1278-6136-032F-4D6F-3DEE899FB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B3D62-B975-D237-14CD-F7AF8727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98E32-C43D-E786-4A34-D4F70952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C41A5-FC9C-5447-1742-981C9F18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1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B6D0-1752-8875-D515-9FC34890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BCB34-7C5F-3507-D4B7-8CFA24971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5C9FB-A083-79BF-4A77-82E0B5B4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FC668-5D51-6099-2A8B-1C5AA44F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B5B-A688-EA27-D6D7-1FE7079E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1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0361-EBAE-6B3C-73F8-FB6F0576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B63B-C8B2-DD11-4125-FFD2DF5DE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C0BCB-BD0A-AB60-5BA9-D94A318A4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A0993-81EA-0238-4B78-1F53D724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A5F4E-7E1C-8AB2-BD3A-1404A022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9BAF5-863B-C887-188F-30E818DD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AEC9-8495-9067-E356-7681E8C1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69431-D439-0CB1-9286-DA66C9346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3813C-BEC3-0965-5516-9CB4D4568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F159E-B9F3-AF3E-2FE4-58611A8F1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A83EA-43C5-00DE-7F5A-9EAC97815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900ED-576B-ACD1-7401-4734A4CC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CD2DA-6FF6-A1A3-8AF5-6B4315C4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EECB0-13BC-1E05-FE39-5D7BFA16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28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91E7-52CB-69B5-1804-65F7974E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7816D-C03F-6C6E-D051-0F5346A7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D3D07-E821-C097-1A32-CA6B382B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F3426-ECB1-918E-244A-F07C7A50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028FC-BE3D-3438-31C7-32CF6A43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A3110-7E7E-833B-BD3D-A9D66D74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240A-272E-0FDF-96FC-AACF810C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5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35C5-5B57-630F-9FCF-5C70CA44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A65B8-257A-B507-9E6C-34BFC9C5A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E716B-A844-DBC7-81EA-E08AFBA3C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50B86-E64A-752A-C17B-5DBFF61E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DDFA6-12E3-EBF7-07DE-50A6CBB5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2F27C-950E-3262-5A0E-C12B012E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0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E89D-3740-6E56-DFE8-136F7E1A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4C4FA-9E67-29BC-9EB9-998C387C6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9399B-2812-6FD9-CF87-40C8C02E2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A87EA-2E90-67A6-CDED-E55DDCCA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A396D-0B88-9686-E77C-84478EFF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A2634-5FBA-B9E9-306E-D8133539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2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494B-AC38-BC69-A58F-30658C7F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4D8C-8218-3383-6E47-C83988374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3B782-4C9F-A7A1-AFA2-A06CA3EA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88B19-5B31-E3EA-C251-ED6F26F8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21F0-59F5-7AA1-86C9-5BBBE757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2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C45CC-1F4A-036A-DD74-C3D33C600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75919-BA6D-ED47-D83A-BCA3FCB2F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5FC89-BA71-5301-E7C9-2F83E893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0989E-69A6-F05A-9CEF-F626A81D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5CB6-3533-1D82-9EA7-56786930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3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C7F52-AC16-EC11-B2CF-502956DD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BA18D-5538-EB23-1762-5102BBB9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7873A-D02E-1F19-168C-7E9A3E493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9001C-9BF8-4BAE-9FEC-29503E008F5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928E4-00E3-8F9A-229C-B939D2AF0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18774-6D7B-424D-6462-3116A49DF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73A0D-4FFA-41D1-8241-8C47CDC4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0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F7F1-2CAD-83A9-8C71-754464CA3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F69B7-EA4B-E4C1-A6D0-8A94B228D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3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2026-03-19T08:02:35Z</dcterms:created>
  <dcterms:modified xsi:type="dcterms:W3CDTF">2026-03-19T08:02:39Z</dcterms:modified>
</cp:coreProperties>
</file>